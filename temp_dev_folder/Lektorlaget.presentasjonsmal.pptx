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70" r:id="rId5"/>
    <p:sldId id="377" r:id="rId6"/>
    <p:sldId id="264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0AA"/>
    <a:srgbClr val="008675"/>
    <a:srgbClr val="D5ECDD"/>
    <a:srgbClr val="DBEAE9"/>
    <a:srgbClr val="25B67B"/>
    <a:srgbClr val="D4E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3"/>
    <p:restoredTop sz="84793" autoAdjust="0"/>
  </p:normalViewPr>
  <p:slideViewPr>
    <p:cSldViewPr snapToGrid="0">
      <p:cViewPr varScale="1">
        <p:scale>
          <a:sx n="94" d="100"/>
          <a:sy n="94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oline Torkildsen" userId="08b5c852-dfaa-47d7-84b2-206a63933f38" providerId="ADAL" clId="{738F7055-5CA7-4A8B-8983-C695BA4293F2}"/>
    <pc:docChg chg="custSel modSld">
      <pc:chgData name="Karoline Torkildsen" userId="08b5c852-dfaa-47d7-84b2-206a63933f38" providerId="ADAL" clId="{738F7055-5CA7-4A8B-8983-C695BA4293F2}" dt="2026-09-03T10:55:35.476" v="299" actId="20577"/>
      <pc:docMkLst>
        <pc:docMk/>
      </pc:docMkLst>
      <pc:sldChg chg="modSp mod">
        <pc:chgData name="Karoline Torkildsen" userId="08b5c852-dfaa-47d7-84b2-206a63933f38" providerId="ADAL" clId="{738F7055-5CA7-4A8B-8983-C695BA4293F2}" dt="2026-09-03T10:55:35.476" v="299" actId="20577"/>
        <pc:sldMkLst>
          <pc:docMk/>
          <pc:sldMk cId="2397980404" sldId="270"/>
        </pc:sldMkLst>
        <pc:spChg chg="mod">
          <ac:chgData name="Karoline Torkildsen" userId="08b5c852-dfaa-47d7-84b2-206a63933f38" providerId="ADAL" clId="{738F7055-5CA7-4A8B-8983-C695BA4293F2}" dt="2026-09-03T10:55:35.476" v="299" actId="20577"/>
          <ac:spMkLst>
            <pc:docMk/>
            <pc:sldMk cId="2397980404" sldId="270"/>
            <ac:spMk id="2" creationId="{BB6BCEF8-C0F2-1CA0-5576-BBA24875349A}"/>
          </ac:spMkLst>
        </pc:spChg>
        <pc:spChg chg="mod">
          <ac:chgData name="Karoline Torkildsen" userId="08b5c852-dfaa-47d7-84b2-206a63933f38" providerId="ADAL" clId="{738F7055-5CA7-4A8B-8983-C695BA4293F2}" dt="2026-09-03T10:53:01.898" v="34" actId="20577"/>
          <ac:spMkLst>
            <pc:docMk/>
            <pc:sldMk cId="2397980404" sldId="270"/>
            <ac:spMk id="3" creationId="{7189E9F3-5C73-2338-9E40-A09B61401650}"/>
          </ac:spMkLst>
        </pc:spChg>
      </pc:sldChg>
      <pc:sldChg chg="modSp mod">
        <pc:chgData name="Karoline Torkildsen" userId="08b5c852-dfaa-47d7-84b2-206a63933f38" providerId="ADAL" clId="{738F7055-5CA7-4A8B-8983-C695BA4293F2}" dt="2026-09-03T10:55:26.754" v="294" actId="20577"/>
        <pc:sldMkLst>
          <pc:docMk/>
          <pc:sldMk cId="2984691990" sldId="276"/>
        </pc:sldMkLst>
        <pc:spChg chg="mod">
          <ac:chgData name="Karoline Torkildsen" userId="08b5c852-dfaa-47d7-84b2-206a63933f38" providerId="ADAL" clId="{738F7055-5CA7-4A8B-8983-C695BA4293F2}" dt="2026-09-03T10:55:26.754" v="294" actId="20577"/>
          <ac:spMkLst>
            <pc:docMk/>
            <pc:sldMk cId="2984691990" sldId="276"/>
            <ac:spMk id="3" creationId="{E4205E82-3FCD-2DB0-E71C-09BFD452BE4E}"/>
          </ac:spMkLst>
        </pc:spChg>
      </pc:sldChg>
      <pc:sldChg chg="modSp mod">
        <pc:chgData name="Karoline Torkildsen" userId="08b5c852-dfaa-47d7-84b2-206a63933f38" providerId="ADAL" clId="{738F7055-5CA7-4A8B-8983-C695BA4293F2}" dt="2026-09-03T10:54:51.069" v="191" actId="20577"/>
        <pc:sldMkLst>
          <pc:docMk/>
          <pc:sldMk cId="52342541" sldId="375"/>
        </pc:sldMkLst>
        <pc:spChg chg="mod">
          <ac:chgData name="Karoline Torkildsen" userId="08b5c852-dfaa-47d7-84b2-206a63933f38" providerId="ADAL" clId="{738F7055-5CA7-4A8B-8983-C695BA4293F2}" dt="2026-09-03T10:54:51.069" v="191" actId="20577"/>
          <ac:spMkLst>
            <pc:docMk/>
            <pc:sldMk cId="52342541" sldId="375"/>
            <ac:spMk id="3" creationId="{EC116E84-BAA7-4935-883D-2580F45D0B16}"/>
          </ac:spMkLst>
        </pc:spChg>
      </pc:sldChg>
      <pc:sldChg chg="modSp mod">
        <pc:chgData name="Karoline Torkildsen" userId="08b5c852-dfaa-47d7-84b2-206a63933f38" providerId="ADAL" clId="{738F7055-5CA7-4A8B-8983-C695BA4293F2}" dt="2026-09-03T10:53:19.607" v="71" actId="20577"/>
        <pc:sldMkLst>
          <pc:docMk/>
          <pc:sldMk cId="560678057" sldId="377"/>
        </pc:sldMkLst>
        <pc:spChg chg="mod">
          <ac:chgData name="Karoline Torkildsen" userId="08b5c852-dfaa-47d7-84b2-206a63933f38" providerId="ADAL" clId="{738F7055-5CA7-4A8B-8983-C695BA4293F2}" dt="2026-09-03T10:53:19.607" v="71" actId="20577"/>
          <ac:spMkLst>
            <pc:docMk/>
            <pc:sldMk cId="560678057" sldId="377"/>
            <ac:spMk id="8" creationId="{48C0DC0A-276D-0EE1-67D4-CC5544F203BA}"/>
          </ac:spMkLst>
        </pc:spChg>
      </pc:sldChg>
      <pc:sldChg chg="modSp mod">
        <pc:chgData name="Karoline Torkildsen" userId="08b5c852-dfaa-47d7-84b2-206a63933f38" providerId="ADAL" clId="{738F7055-5CA7-4A8B-8983-C695BA4293F2}" dt="2026-09-03T10:54:23.180" v="145" actId="20577"/>
        <pc:sldMkLst>
          <pc:docMk/>
          <pc:sldMk cId="1894637886" sldId="378"/>
        </pc:sldMkLst>
        <pc:spChg chg="mod">
          <ac:chgData name="Karoline Torkildsen" userId="08b5c852-dfaa-47d7-84b2-206a63933f38" providerId="ADAL" clId="{738F7055-5CA7-4A8B-8983-C695BA4293F2}" dt="2026-09-03T10:54:23.180" v="145" actId="20577"/>
          <ac:spMkLst>
            <pc:docMk/>
            <pc:sldMk cId="1894637886" sldId="378"/>
            <ac:spMk id="9" creationId="{5F7F8621-ACD7-8BA5-2CDC-5D8DF0CA19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AEB96-D7AC-4048-ACCF-5A9AF1804CC6}" type="datetimeFigureOut">
              <a:rPr lang="nb-NO" smtClean="0"/>
              <a:t>08.10.2026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9BBDC-2E86-45B3-816F-0C04C557AAE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603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n-NO" dirty="0"/>
          </a:p>
          <a:p>
            <a:endParaRPr lang="nn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9BBDC-2E86-45B3-816F-0C04C557AAED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863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tellysbilde">
    <p:bg>
      <p:bgPr>
        <a:solidFill>
          <a:srgbClr val="0086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DED84A-FFDA-4E25-DC19-4AE6BC1BC8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6780" y="324876"/>
            <a:ext cx="8069766" cy="1303196"/>
          </a:xfrm>
        </p:spPr>
        <p:txBody>
          <a:bodyPr anchor="b">
            <a:normAutofit/>
          </a:bodyPr>
          <a:lstStyle>
            <a:lvl1pPr algn="l">
              <a:defRPr sz="5000" b="0" cap="all"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FOR Å REDIGERE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4A10139-200A-6CA5-EBB8-F76B2D2FF5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26780" y="1975859"/>
            <a:ext cx="3606035" cy="53254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Foredragsholder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F2926CFA-F93C-7FC0-5C82-7AD96DFC5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217" y="5445420"/>
            <a:ext cx="1600200" cy="914400"/>
          </a:xfrm>
          <a:prstGeom prst="rect">
            <a:avLst/>
          </a:prstGeom>
        </p:spPr>
      </p:pic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2FAFB908-72B4-02AC-7506-4C8930665F89}"/>
              </a:ext>
            </a:extLst>
          </p:cNvPr>
          <p:cNvCxnSpPr>
            <a:cxnSpLocks/>
          </p:cNvCxnSpPr>
          <p:nvPr userDrawn="1"/>
        </p:nvCxnSpPr>
        <p:spPr>
          <a:xfrm>
            <a:off x="3425634" y="1811662"/>
            <a:ext cx="7970912" cy="0"/>
          </a:xfrm>
          <a:prstGeom prst="line">
            <a:avLst/>
          </a:prstGeom>
          <a:ln w="85725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lassholder for bilde 7">
            <a:extLst>
              <a:ext uri="{FF2B5EF4-FFF2-40B4-BE49-F238E27FC236}">
                <a16:creationId xmlns:a16="http://schemas.microsoft.com/office/drawing/2014/main" id="{89866887-3BDF-7E91-7C48-0E1ECA7DB6C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25825" y="2855913"/>
            <a:ext cx="8766175" cy="40020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4B1BD7A7-C4BC-6E14-967D-A5BF3EDCC2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2373" y="1976438"/>
            <a:ext cx="2725738" cy="531812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b-NO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3521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tellysbilde">
    <p:bg>
      <p:bgPr>
        <a:solidFill>
          <a:srgbClr val="0086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DED84A-FFDA-4E25-DC19-4AE6BC1BC8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0" y="3714847"/>
            <a:ext cx="9144000" cy="1828404"/>
          </a:xfrm>
        </p:spPr>
        <p:txBody>
          <a:bodyPr anchor="b">
            <a:normAutofit/>
          </a:bodyPr>
          <a:lstStyle>
            <a:lvl1pPr algn="l">
              <a:defRPr sz="5000" b="0" cap="all"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4A10139-200A-6CA5-EBB8-F76B2D2FF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801542"/>
            <a:ext cx="9144000" cy="53254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nb-NO" dirty="0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F2926CFA-F93C-7FC0-5C82-7AD96DFC5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670" y="628093"/>
            <a:ext cx="1600200" cy="914400"/>
          </a:xfrm>
          <a:prstGeom prst="rect">
            <a:avLst/>
          </a:prstGeom>
        </p:spPr>
      </p:pic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2FAFB908-72B4-02AC-7506-4C8930665F89}"/>
              </a:ext>
            </a:extLst>
          </p:cNvPr>
          <p:cNvCxnSpPr>
            <a:cxnSpLocks/>
          </p:cNvCxnSpPr>
          <p:nvPr userDrawn="1"/>
        </p:nvCxnSpPr>
        <p:spPr>
          <a:xfrm>
            <a:off x="3146854" y="5647682"/>
            <a:ext cx="7970912" cy="0"/>
          </a:xfrm>
          <a:prstGeom prst="line">
            <a:avLst/>
          </a:prstGeom>
          <a:ln w="85725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7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tellysbilde">
    <p:bg>
      <p:bgPr>
        <a:solidFill>
          <a:srgbClr val="0086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DED84A-FFDA-4E25-DC19-4AE6BC1BC8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68147" y="3863934"/>
            <a:ext cx="9144000" cy="1828404"/>
          </a:xfrm>
        </p:spPr>
        <p:txBody>
          <a:bodyPr anchor="b">
            <a:normAutofit/>
          </a:bodyPr>
          <a:lstStyle>
            <a:lvl1pPr algn="l">
              <a:defRPr sz="5000" b="0" cap="all"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4A10139-200A-6CA5-EBB8-F76B2D2FF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8147" y="5950629"/>
            <a:ext cx="9144000" cy="53254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nb-NO" dirty="0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F2926CFA-F93C-7FC0-5C82-7AD96DFC5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1947" y="628093"/>
            <a:ext cx="1600200" cy="914400"/>
          </a:xfrm>
          <a:prstGeom prst="rect">
            <a:avLst/>
          </a:prstGeom>
        </p:spPr>
      </p:pic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2FAFB908-72B4-02AC-7506-4C8930665F89}"/>
              </a:ext>
            </a:extLst>
          </p:cNvPr>
          <p:cNvCxnSpPr/>
          <p:nvPr userDrawn="1"/>
        </p:nvCxnSpPr>
        <p:spPr>
          <a:xfrm>
            <a:off x="2667001" y="5796769"/>
            <a:ext cx="8987481" cy="0"/>
          </a:xfrm>
          <a:prstGeom prst="line">
            <a:avLst/>
          </a:prstGeom>
          <a:ln w="85725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lde 6">
            <a:extLst>
              <a:ext uri="{FF2B5EF4-FFF2-40B4-BE49-F238E27FC236}">
                <a16:creationId xmlns:a16="http://schemas.microsoft.com/office/drawing/2014/main" id="{693A5045-41CF-D699-6D0E-6EAF979387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72480" y="-562778"/>
            <a:ext cx="7346575" cy="58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4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7DEBC-A6F6-99C0-CAC5-6D3CBB4E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cap="none" baseline="0">
                <a:solidFill>
                  <a:srgbClr val="008675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B95394-B5A4-4A7A-28D9-FFDEFDAF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04174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E5F7D65-DFC0-FF2C-B1DA-3EED8AA9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C6BC878B-A836-8807-B2B3-1F13A8EFB95A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76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tel og innh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7DEBC-A6F6-99C0-CAC5-6D3CBB4E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cap="none" baseline="0">
                <a:solidFill>
                  <a:srgbClr val="008675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B95394-B5A4-4A7A-28D9-FFDEFDAF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9412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E5F7D65-DFC0-FF2C-B1DA-3EED8AA9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C6BC878B-A836-8807-B2B3-1F13A8EFB95A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BF9CA1AB-14DA-B7CF-666A-5BF446A59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8888" y="2061599"/>
            <a:ext cx="3683486" cy="3683437"/>
          </a:xfrm>
          <a:prstGeom prst="ellipse">
            <a:avLst/>
          </a:prstGeom>
          <a:solidFill>
            <a:schemeClr val="bg1">
              <a:lumMod val="75000"/>
            </a:schemeClr>
          </a:solidFill>
          <a:effectLst>
            <a:softEdge rad="0"/>
          </a:effectLst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175905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tel og innh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7DEBC-A6F6-99C0-CAC5-6D3CBB4E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cap="none" baseline="0">
                <a:solidFill>
                  <a:srgbClr val="008675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B95394-B5A4-4A7A-28D9-FFDEFDAF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352" y="1825625"/>
            <a:ext cx="5940022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E5F7D65-DFC0-FF2C-B1DA-3EED8AA9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C6BC878B-A836-8807-B2B3-1F13A8EFB95A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BF9CA1AB-14DA-B7CF-666A-5BF446A59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1470" y="2061599"/>
            <a:ext cx="3683486" cy="3683437"/>
          </a:xfrm>
          <a:prstGeom prst="ellipse">
            <a:avLst/>
          </a:prstGeom>
          <a:solidFill>
            <a:schemeClr val="bg1">
              <a:lumMod val="75000"/>
            </a:schemeClr>
          </a:solidFill>
          <a:effectLst>
            <a:softEdge rad="0"/>
          </a:effectLst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36519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 og innh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7DEBC-A6F6-99C0-CAC5-6D3CBB4E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123" y="993353"/>
            <a:ext cx="5233639" cy="1325563"/>
          </a:xfrm>
        </p:spPr>
        <p:txBody>
          <a:bodyPr anchor="b">
            <a:normAutofit/>
          </a:bodyPr>
          <a:lstStyle>
            <a:lvl1pPr>
              <a:defRPr sz="3800" b="0" cap="none" baseline="0">
                <a:solidFill>
                  <a:srgbClr val="008675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B95394-B5A4-4A7A-28D9-FFDEFDAF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124" y="2808619"/>
            <a:ext cx="5464098" cy="336834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E5F7D65-DFC0-FF2C-B1DA-3EED8AA9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C6BC878B-A836-8807-B2B3-1F13A8EFB95A}"/>
              </a:ext>
            </a:extLst>
          </p:cNvPr>
          <p:cNvCxnSpPr>
            <a:cxnSpLocks/>
          </p:cNvCxnSpPr>
          <p:nvPr userDrawn="1"/>
        </p:nvCxnSpPr>
        <p:spPr>
          <a:xfrm>
            <a:off x="6504879" y="2453214"/>
            <a:ext cx="5177883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lassholder for bilde 9">
            <a:extLst>
              <a:ext uri="{FF2B5EF4-FFF2-40B4-BE49-F238E27FC236}">
                <a16:creationId xmlns:a16="http://schemas.microsoft.com/office/drawing/2014/main" id="{5AC5AE80-A841-4C02-4413-1318658B1B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8781" y="278786"/>
            <a:ext cx="5464098" cy="62818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259428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tel og innh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7DEBC-A6F6-99C0-CAC5-6D3CBB4E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95" y="993353"/>
            <a:ext cx="5233639" cy="1325563"/>
          </a:xfrm>
        </p:spPr>
        <p:txBody>
          <a:bodyPr anchor="b">
            <a:normAutofit/>
          </a:bodyPr>
          <a:lstStyle>
            <a:lvl1pPr>
              <a:defRPr sz="3800" b="0" cap="none" baseline="0">
                <a:solidFill>
                  <a:srgbClr val="008675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1B95394-B5A4-4A7A-28D9-FFDEFDAF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96" y="2808619"/>
            <a:ext cx="5464098" cy="336834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C6BC878B-A836-8807-B2B3-1F13A8EFB95A}"/>
              </a:ext>
            </a:extLst>
          </p:cNvPr>
          <p:cNvCxnSpPr>
            <a:cxnSpLocks/>
          </p:cNvCxnSpPr>
          <p:nvPr userDrawn="1"/>
        </p:nvCxnSpPr>
        <p:spPr>
          <a:xfrm>
            <a:off x="592351" y="2453214"/>
            <a:ext cx="5177883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lassholder for bilde 9">
            <a:extLst>
              <a:ext uri="{FF2B5EF4-FFF2-40B4-BE49-F238E27FC236}">
                <a16:creationId xmlns:a16="http://schemas.microsoft.com/office/drawing/2014/main" id="{5AC5AE80-A841-4C02-4413-1318658B1B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49123" y="278786"/>
            <a:ext cx="5464098" cy="62818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323242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6BE9812-4477-F83E-4BE8-5F04E9DF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1E58D5F-9A16-C1F1-C584-DEE63EA56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DFC752F-A3EB-20BB-7AC7-0FEA02B22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768495D-AA18-7B3D-3175-121EF277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871AF2A1-A2DE-559E-8B30-2EEB151CF89B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15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BF80A46-180F-5409-8551-85B2296A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cap="none" baseline="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A5F9C14-A430-C224-03F5-D7A0E9141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3F5D62D-260A-14E7-AA6A-1347F4CF0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7DA1D8B0-B566-54AC-AB2A-02AA2FF42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E8828A1-6E53-6BDB-84EF-3124E1BD9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AD11A4A-EA2B-AAB0-BD76-A740B341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D2A082EC-D832-EE9B-AF54-49F03D2BF6E8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55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01D8FF-2E68-3EBF-647F-352C2096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EDDAC47-97DF-21D3-2620-8EBE0F17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4B64ACD4-5860-6B4C-DDBA-0B33602FC570}"/>
              </a:ext>
            </a:extLst>
          </p:cNvPr>
          <p:cNvCxnSpPr>
            <a:cxnSpLocks/>
          </p:cNvCxnSpPr>
          <p:nvPr userDrawn="1"/>
        </p:nvCxnSpPr>
        <p:spPr>
          <a:xfrm>
            <a:off x="951470" y="1483057"/>
            <a:ext cx="10090904" cy="0"/>
          </a:xfrm>
          <a:prstGeom prst="line">
            <a:avLst/>
          </a:prstGeom>
          <a:ln w="63500">
            <a:solidFill>
              <a:srgbClr val="D5EC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16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Bare tittel">
    <p:bg>
      <p:bgPr>
        <a:solidFill>
          <a:srgbClr val="00C0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67B45E15-09CC-9BF9-A1B2-F829C465CB2E}"/>
              </a:ext>
            </a:extLst>
          </p:cNvPr>
          <p:cNvSpPr/>
          <p:nvPr userDrawn="1"/>
        </p:nvSpPr>
        <p:spPr>
          <a:xfrm>
            <a:off x="10943303" y="167148"/>
            <a:ext cx="1091381" cy="914400"/>
          </a:xfrm>
          <a:prstGeom prst="rect">
            <a:avLst/>
          </a:prstGeom>
          <a:solidFill>
            <a:srgbClr val="00C0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801D8FF-2E68-3EBF-647F-352C209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234" y="5624051"/>
            <a:ext cx="5579120" cy="79641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Tema/kapittel</a:t>
            </a:r>
          </a:p>
        </p:txBody>
      </p:sp>
      <p:pic>
        <p:nvPicPr>
          <p:cNvPr id="5" name="Bilde 4" descr="Et bilde som inneholder Grafikk, symbol, hvit, Font&#10;&#10;Automatisk generert beskrivelse">
            <a:extLst>
              <a:ext uri="{FF2B5EF4-FFF2-40B4-BE49-F238E27FC236}">
                <a16:creationId xmlns:a16="http://schemas.microsoft.com/office/drawing/2014/main" id="{FD5072B6-3A27-E84F-F772-738A622AA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92194" y="1081548"/>
            <a:ext cx="4274136" cy="40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5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Bare tittel">
    <p:bg>
      <p:bgPr>
        <a:solidFill>
          <a:srgbClr val="D5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01D8FF-2E68-3EBF-647F-352C209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477" y="916110"/>
            <a:ext cx="9553832" cy="4617183"/>
          </a:xfrm>
        </p:spPr>
        <p:txBody>
          <a:bodyPr/>
          <a:lstStyle>
            <a:lvl1pPr>
              <a:defRPr b="0">
                <a:solidFill>
                  <a:srgbClr val="008675"/>
                </a:solidFill>
              </a:defRPr>
            </a:lvl1pPr>
          </a:lstStyle>
          <a:p>
            <a:r>
              <a:rPr lang="nb-NO" dirty="0"/>
              <a:t>«Her kan det komme et sitat»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EDDAC47-97DF-21D3-2620-8EBE0F17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2022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Bare tittel">
    <p:bg>
      <p:bgPr>
        <a:solidFill>
          <a:srgbClr val="D4E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 descr="Et bilde som inneholder klær, Menneskeansikt, person, vegg&#10;&#10;Automatisk generert beskrivelse">
            <a:extLst>
              <a:ext uri="{FF2B5EF4-FFF2-40B4-BE49-F238E27FC236}">
                <a16:creationId xmlns:a16="http://schemas.microsoft.com/office/drawing/2014/main" id="{5B7D8FE2-0349-1782-4A19-AA14D9626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9566" y="0"/>
            <a:ext cx="9862434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E801D8FF-2E68-3EBF-647F-352C20962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805" y="2694040"/>
            <a:ext cx="4380999" cy="2703870"/>
          </a:xfrm>
        </p:spPr>
        <p:txBody>
          <a:bodyPr anchor="t"/>
          <a:lstStyle>
            <a:lvl1pPr>
              <a:defRPr b="0">
                <a:solidFill>
                  <a:srgbClr val="008675"/>
                </a:solidFill>
              </a:defRPr>
            </a:lvl1pPr>
          </a:lstStyle>
          <a:p>
            <a:r>
              <a:rPr lang="nb-NO" dirty="0"/>
              <a:t>Her kan det komme et sitat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EDDAC47-97DF-21D3-2620-8EBE0F17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7BCE5AF9-E517-4BD3-D26A-D4171219B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058" y="365125"/>
            <a:ext cx="666837" cy="535116"/>
          </a:xfrm>
          <a:prstGeom prst="rect">
            <a:avLst/>
          </a:prstGeom>
        </p:spPr>
      </p:pic>
      <p:pic>
        <p:nvPicPr>
          <p:cNvPr id="9" name="Bilde 8" descr="Et bilde som inneholder Grafikk, grafisk design, Fargerikt, design&#10;&#10;Automatisk generert beskrivelse">
            <a:extLst>
              <a:ext uri="{FF2B5EF4-FFF2-40B4-BE49-F238E27FC236}">
                <a16:creationId xmlns:a16="http://schemas.microsoft.com/office/drawing/2014/main" id="{3746DEC7-DA7A-20FC-EB62-0B237ED4BC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457" y="1288494"/>
            <a:ext cx="1136069" cy="9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61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2D70BDD-A214-D467-5B36-C1779570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422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o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2D70BDD-A214-D467-5B36-C1779570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6058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12FAC56-D2B8-E540-F033-D99F71B2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A193A3E-C34E-384F-B78B-FB7897A2E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CB7E6CA-DC0D-7CD5-2520-34EDD4F7D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A116153-A37C-03E2-D47A-F1DD4CF2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83560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E8AF93-7B96-6E71-14C7-E5EE0C31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A9D894A4-4119-D5E4-DEC5-C8D9854EF95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 dirty="0"/>
              <a:t>Sett inn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EAA233E-005F-70FF-499F-F441E8CEA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1BD2F75-F80F-3965-CDC9-FE9A4294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FFC49-F627-BA46-9C21-A543AFBF50A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93559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re tittel">
    <p:bg>
      <p:bgPr>
        <a:solidFill>
          <a:srgbClr val="0086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9FAF7EC2-9BD1-CFA7-F99F-1C00553F0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1650" y="3016250"/>
            <a:ext cx="10287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51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4DAFE9C-84B8-4A7F-9F92-60B5C867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06E0D1EC-8282-447C-B64D-11A24CED99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25626"/>
            <a:ext cx="10515600" cy="405447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A6917E1F-4C85-4E60-968D-A9273BDC69C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A1E898F0-C0E7-4533-A889-CEEA67444D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EDB9E53C-3FC9-4C1F-AA77-6CE85DEFCD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0B2B695-C3AE-4D6B-ABCF-5727F182859B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274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B7F6C475-A734-1198-F52F-4248D868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53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597DA04-5161-66B9-B58D-C480023CB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56B12ED-15B1-2AFA-5E64-EC7577D12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682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81FFC49-F627-BA46-9C21-A543AFBF50A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F0203CEF-5466-C714-873D-3D946521A96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9835" y="366266"/>
            <a:ext cx="551726" cy="44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7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5" r:id="rId3"/>
    <p:sldLayoutId id="2147483650" r:id="rId4"/>
    <p:sldLayoutId id="2147483670" r:id="rId5"/>
    <p:sldLayoutId id="2147483671" r:id="rId6"/>
    <p:sldLayoutId id="2147483667" r:id="rId7"/>
    <p:sldLayoutId id="2147483672" r:id="rId8"/>
    <p:sldLayoutId id="2147483652" r:id="rId9"/>
    <p:sldLayoutId id="2147483653" r:id="rId10"/>
    <p:sldLayoutId id="2147483654" r:id="rId11"/>
    <p:sldLayoutId id="2147483664" r:id="rId12"/>
    <p:sldLayoutId id="2147483659" r:id="rId13"/>
    <p:sldLayoutId id="2147483663" r:id="rId14"/>
    <p:sldLayoutId id="2147483655" r:id="rId15"/>
    <p:sldLayoutId id="2147483661" r:id="rId16"/>
    <p:sldLayoutId id="2147483656" r:id="rId17"/>
    <p:sldLayoutId id="2147483657" r:id="rId18"/>
    <p:sldLayoutId id="2147483660" r:id="rId19"/>
    <p:sldLayoutId id="2147483673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0867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2788" indent="-312738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85838" indent="-27305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tabLst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9050" indent="-263525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2100" indent="-2540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B6BCEF8-C0F2-1CA0-5576-BBA248753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Tittel </a:t>
            </a:r>
            <a:br>
              <a:rPr lang="nb-NO" dirty="0"/>
            </a:br>
            <a:r>
              <a:rPr lang="nb-NO" dirty="0">
                <a:sym typeface="Wingdings" panose="05000000000000000000" pitchFamily="2" charset="2"/>
              </a:rPr>
              <a:t>Subtittel</a:t>
            </a:r>
            <a:br>
              <a:rPr lang="nb-NO" dirty="0">
                <a:sym typeface="Wingdings" panose="05000000000000000000" pitchFamily="2" charset="2"/>
              </a:rPr>
            </a:b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189E9F3-5C73-2338-9E40-A09B614016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Forfatter. Rolle. Dato.</a:t>
            </a:r>
          </a:p>
        </p:txBody>
      </p:sp>
    </p:spTree>
    <p:extLst>
      <p:ext uri="{BB962C8B-B14F-4D97-AF65-F5344CB8AC3E}">
        <p14:creationId xmlns:p14="http://schemas.microsoft.com/office/powerpoint/2010/main" val="239798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7CEBF09-4628-5EDF-6CAE-9A5B23F0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53832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Slide-tittel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39BA678-314F-AC8B-DDD6-A16616A918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6067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15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Lektorlaget 1">
      <a:dk1>
        <a:srgbClr val="0A122B"/>
      </a:dk1>
      <a:lt1>
        <a:srgbClr val="FFFFFF"/>
      </a:lt1>
      <a:dk2>
        <a:srgbClr val="28714F"/>
      </a:dk2>
      <a:lt2>
        <a:srgbClr val="D4ECDD"/>
      </a:lt2>
      <a:accent1>
        <a:srgbClr val="28714F"/>
      </a:accent1>
      <a:accent2>
        <a:srgbClr val="00C0AA"/>
      </a:accent2>
      <a:accent3>
        <a:srgbClr val="D4ECDD"/>
      </a:accent3>
      <a:accent4>
        <a:srgbClr val="4174C7"/>
      </a:accent4>
      <a:accent5>
        <a:srgbClr val="ED5F54"/>
      </a:accent5>
      <a:accent6>
        <a:srgbClr val="FFCB46"/>
      </a:accent6>
      <a:hlink>
        <a:srgbClr val="28714F"/>
      </a:hlink>
      <a:folHlink>
        <a:srgbClr val="28714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ktorlaget-presentasjonsmal revidert logo.pptx" id="{7E0E593E-524D-4E91-AB28-00B2ED791BF0}" vid="{FDEE7472-EC63-4562-8E88-DB2155449AA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3b9526-6804-4706-adeb-391598e65f6d" xsi:nil="true"/>
    <lcf76f155ced4ddcb4097134ff3c332f xmlns="8fab1038-f04c-4247-b93b-7e243188ef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D525519D9235846B1664CB02F622B1C" ma:contentTypeVersion="15" ma:contentTypeDescription="Opprett et nytt dokument." ma:contentTypeScope="" ma:versionID="a871119978862f9e35c663913b3ab86d">
  <xsd:schema xmlns:xsd="http://www.w3.org/2001/XMLSchema" xmlns:xs="http://www.w3.org/2001/XMLSchema" xmlns:p="http://schemas.microsoft.com/office/2006/metadata/properties" xmlns:ns2="8fab1038-f04c-4247-b93b-7e243188ef72" xmlns:ns3="b83b9526-6804-4706-adeb-391598e65f6d" targetNamespace="http://schemas.microsoft.com/office/2006/metadata/properties" ma:root="true" ma:fieldsID="32b3a0bcbbdcb147912d472375149de7" ns2:_="" ns3:_="">
    <xsd:import namespace="8fab1038-f04c-4247-b93b-7e243188ef72"/>
    <xsd:import namespace="b83b9526-6804-4706-adeb-391598e65f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ab1038-f04c-4247-b93b-7e243188ef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Bildemerkelapper" ma:readOnly="false" ma:fieldId="{5cf76f15-5ced-4ddc-b409-7134ff3c332f}" ma:taxonomyMulti="true" ma:sspId="d95ea865-1cc0-4799-9057-a5cf042c18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3b9526-6804-4706-adeb-391598e65f6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bbb847ae-a875-40d7-ac44-47bc83742eaa}" ma:internalName="TaxCatchAll" ma:showField="CatchAllData" ma:web="b83b9526-6804-4706-adeb-391598e65f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52E79D-37C2-4C20-B262-2A2D569842CF}">
  <ds:schemaRefs>
    <ds:schemaRef ds:uri="http://schemas.microsoft.com/office/2006/metadata/properties"/>
    <ds:schemaRef ds:uri="674348d4-8829-4ade-b78d-c2a47b362d8f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b83f5608-a998-4d19-bb1d-9d62af01fd79"/>
    <ds:schemaRef ds:uri="http://purl.org/dc/terms/"/>
    <ds:schemaRef ds:uri="b83b9526-6804-4706-adeb-391598e65f6d"/>
    <ds:schemaRef ds:uri="8fab1038-f04c-4247-b93b-7e243188ef72"/>
  </ds:schemaRefs>
</ds:datastoreItem>
</file>

<file path=customXml/itemProps2.xml><?xml version="1.0" encoding="utf-8"?>
<ds:datastoreItem xmlns:ds="http://schemas.openxmlformats.org/officeDocument/2006/customXml" ds:itemID="{26160262-2446-4681-8274-858C4894DD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80E23B-6D71-4938-926F-49CB8D9FC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ab1038-f04c-4247-b93b-7e243188ef72"/>
    <ds:schemaRef ds:uri="b83b9526-6804-4706-adeb-391598e65f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5a66368-d49e-4bf5-af9a-6ccbf48e6655}" enabled="0" method="" siteId="{a5a66368-d49e-4bf5-af9a-6ccbf48e665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277</TotalTime>
  <Words>12</Words>
  <Application>Microsoft Office PowerPoint</Application>
  <PresentationFormat>Widescreen</PresentationFormat>
  <Paragraphs>4</Paragraphs>
  <Slides>3</Slides>
  <Notes>1</Notes>
  <HiddenSlides>1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</vt:i4>
      </vt:variant>
    </vt:vector>
  </HeadingPairs>
  <TitlesOfParts>
    <vt:vector size="7" baseType="lpstr">
      <vt:lpstr>Aptos</vt:lpstr>
      <vt:lpstr>Arial</vt:lpstr>
      <vt:lpstr>Wingdings</vt:lpstr>
      <vt:lpstr>Office-tema</vt:lpstr>
      <vt:lpstr>Tittel  Subtittel </vt:lpstr>
      <vt:lpstr>Slide-tittel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Olav Sandanger Myklebust</dc:creator>
  <cp:lastModifiedBy>Magnus Simonsen</cp:lastModifiedBy>
  <cp:revision>9</cp:revision>
  <dcterms:created xsi:type="dcterms:W3CDTF">2024-02-28T07:47:56Z</dcterms:created>
  <dcterms:modified xsi:type="dcterms:W3CDTF">2026-10-08T07:27:27Z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0x010100AD525519D9235846B1664CB02F622B1C</vt:lpwstr>
  </property>
  <property fmtid="{D5CDD505-2E9C-101B-9397-08002B2CF9AE}" pid="3" name="_dlc_DocIdItemGuid">
    <vt:lpwstr>56002a8b-34d1-445b-8010-24b685e9bf26</vt:lpwstr>
  </property>
  <property fmtid="{D5CDD505-2E9C-101B-9397-08002B2CF9AE}" pid="4" name="MediaServiceImageTags">
    <vt:lpwstr/>
  </property>
</Properties>
</file>