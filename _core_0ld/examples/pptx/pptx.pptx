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mdOffice v2 — Pptx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mdOffice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 from mdOffice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pptx’s only mdOffice-specific key is </a:t>
            </a:r>
            <a:r>
              <a:rPr>
                <a:latin typeface="Courier"/>
              </a:rPr>
              <a:t>reference-doc</a:t>
            </a:r>
            <a:r>
              <a:rPr/>
              <a:t>, which stays top-level (</a:t>
            </a:r>
            <a:r>
              <a:rPr b="1"/>
              <a:t>intercepted</a:t>
            </a:r>
            <a:r>
              <a:rPr/>
              <a:t>) because it’s pandoc’s own CLI option name — mdOffice just resolves the path relative to this file.</a:t>
            </a:r>
          </a:p>
          <a:p>
            <a:pPr lvl="0"/>
            <a:r>
              <a:rPr/>
              <a:t>Not set here, so pandoc uses its built-in default template.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mdOffice v2 — Pptx Example</dc:title>
  <dc:creator>mdOffice</dc:creator>
  <cp:keywords/>
  <dcterms:created xsi:type="dcterms:W3CDTF">2026-07-22T22:41:56Z</dcterms:created>
  <dcterms:modified xsi:type="dcterms:W3CDTF">2026-07-22T22:41:56Z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doffice">
    <vt:lpwstr/>
  </property>
</Properties>
</file>